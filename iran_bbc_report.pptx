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000000"/>
                </a:solidFill>
              </a:defRPr>
            </a:pPr>
            <a:r>
              <a:t>Iran Situation: Global Political and Economic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8102E"/>
                </a:solidFill>
              </a:defRPr>
            </a:pPr>
            <a:r>
              <a:t>In-depth Analysis Report Based on BBC News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Data Source: BBC News | Report Date: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Military conflict between Iran, US, and Israel escalates globally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UK allows US to use military bases for defensive strikes on Iranian missile sites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Oil prices surge; global energy market faces pressure and uncertainty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Geopolitical tensions in Middle East intensify; impact on trade and investment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Western nations condemn Iran's indiscriminate and disproportionate strikes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Political Impact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International alliance restructuring: US, Israel strengthen military cooperation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UK policy shift: Permits US use of RAF Fairford and Diego Garcia bases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Iran regional influence: Missile attacks on Gulf states, Iraq, Bahrain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Western stance: Emphasizes self-defense rights and international law legitimacy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Nuclear concerns: Heightened worries about Iran's nuclear weapons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Economic Impact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Oil price volatility: Ships attacked near Strait of Hormuz; prices surge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Energy security: Global energy prices face sustained upward pressure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Trade disruption: Middle East air transport halted; business activities affected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Investment risk: Geopolitical risks reduce investor confidence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UK interests: 200,000 British citizens in Middle East face risks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Risk Outlook and Prospects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Escalation risk: Conflict may expand into broader regional warfare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Economic recession: Rising energy prices may trigger global slowdown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Humanitarian crisis: Large-scale conflict could cause refugee crisis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Nuclear threat: Uncertainty in Iran's nuclear program increases global security risks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International division: Western nations diverge from other powers on Iran issue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Impact Comparison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78638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834640"/>
              </a:tblGrid>
              <a:tr h="12573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Political Impact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Economic Impact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r>
                        <a:rPr sz="1200"/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Strategic control of oil routes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Oil prices up 5-10%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r>
                        <a:rPr sz="1200"/>
                        <a:t>Trade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Regional instability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Shipping delays, higher costs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r>
                        <a:rPr sz="1200"/>
                        <a:t>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Reduced 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Capital flight from region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Primary BBC News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'UK will allow US to use bases to strike Iranian missile sites, PM says'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https://www.bbc.com/news/articles/cqj9g11p1ezo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2. 'Oil prices jump after ships attacked near Strait of Hormuz'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https://www.bbc.com/news/articles/c75evve6l63o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3. 'UK mounts operation to support thousands of Britons in Middle East'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https://www.bbc.com/news/articles/cdjm8pn0ld8o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